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6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6D7A"/>
                </a:solidFill>
                <a:latin typeface="Calibri"/>
              </a:rPr>
              <a:t>REPORTING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{team_name}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9D1D6"/>
                </a:solidFill>
                <a:latin typeface="Calibri"/>
              </a:rPr>
              <a:t>Quarterly Project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2377440" cy="384048"/>
          </a:xfrm>
          <a:prstGeom prst="rect">
            <a:avLst/>
          </a:prstGeom>
          <a:solidFill>
            <a:srgbClr val="4F6D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{report_period}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D3142"/>
                </a:solidFill>
                <a:latin typeface="Calibri"/>
              </a:rPr>
              <a:t>In Progress Projects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822959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747"/>
                <a:gridCol w="1127342"/>
                <a:gridCol w="1127342"/>
                <a:gridCol w="1127342"/>
                <a:gridCol w="1014608"/>
                <a:gridCol w="2029216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Project</a:t>
                      </a:r>
                    </a:p>
                  </a:txBody>
                  <a:tcPr marL="45720" marR="45720" marT="27432" marB="27432" anchor="ctr"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45720" marR="45720" marT="27432" marB="27432" anchor="ctr"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Start Date</a:t>
                      </a:r>
                    </a:p>
                  </a:txBody>
                  <a:tcPr marL="45720" marR="45720" marT="27432" marB="27432" anchor="ctr"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Target Date</a:t>
                      </a:r>
                    </a:p>
                  </a:txBody>
                  <a:tcPr marL="45720" marR="45720" marT="27432" marB="27432" anchor="ctr"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% Complete</a:t>
                      </a:r>
                    </a:p>
                  </a:txBody>
                  <a:tcPr marL="45720" marR="45720" marT="27432" marB="27432" anchor="ctr"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45720" marR="45720" marT="27432" marB="27432" anchor="ctr">
                    <a:solidFill>
                      <a:srgbClr val="2D31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{project_name}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{owner}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{start_date}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{target_date}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{percent_complete}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{notes}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D3142"/>
                </a:solidFill>
                <a:latin typeface="Calibri"/>
              </a:rPr>
              <a:t>Completed Projects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822959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747"/>
                <a:gridCol w="1127342"/>
                <a:gridCol w="1127342"/>
                <a:gridCol w="1240076"/>
                <a:gridCol w="293109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Project</a:t>
                      </a:r>
                    </a:p>
                  </a:txBody>
                  <a:tcPr marL="45720" marR="45720" marT="27432" marB="27432" anchor="ctr"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45720" marR="45720" marT="27432" marB="27432" anchor="ctr"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Start Date</a:t>
                      </a:r>
                    </a:p>
                  </a:txBody>
                  <a:tcPr marL="45720" marR="45720" marT="27432" marB="27432" anchor="ctr"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Completed Date</a:t>
                      </a:r>
                    </a:p>
                  </a:txBody>
                  <a:tcPr marL="45720" marR="45720" marT="27432" marB="27432" anchor="ctr"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45720" marR="45720" marT="27432" marB="27432" anchor="ctr">
                    <a:solidFill>
                      <a:srgbClr val="2D31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{project_name}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{owner}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{start_date}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{completed_date}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{outcome}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